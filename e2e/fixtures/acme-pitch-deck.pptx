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Sz cx="9144000" cy="6858000"/>
</p:presentation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p>
            <a:r>
              <a:rPr lang="en-US" sz="3600" b="1"/>
              <a:t>Acme Series A</a:t>
            </a:r>
          </a:p>
        </p:txBody>
      </p:sp>
      <p:sp>
        <p:nvSpPr>
          <p:cNvPr id="3" name="Body"/>
          <p:cNvSpPr/>
          <p:nvPr>
            <p:ph idx="1"/>
          </p:nvPr>
        </p:nvSpPr>
        <p:spPr>
          <a:xfrm>
            <a:off x="685800" y="2057400"/>
            <a:ext cx="7772400" cy="3886200"/>
          </a:xfrm>
        </p:spPr>
        <p:txBody>
          <a:bodyPr/>
          <a:p>
            <a:r>
              <a:rPr lang="en-US" sz="2000"/>
              <a:t>The operating system for global supply chains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p>
            <a:r>
              <a:rPr lang="en-US" sz="3600" b="1"/>
              <a:t>The Problem</a:t>
            </a:r>
          </a:p>
        </p:txBody>
      </p:sp>
      <p:sp>
        <p:nvSpPr>
          <p:cNvPr id="3" name="Body"/>
          <p:cNvSpPr/>
          <p:nvPr>
            <p:ph idx="1"/>
          </p:nvPr>
        </p:nvSpPr>
        <p:spPr>
          <a:xfrm>
            <a:off x="685800" y="2057400"/>
            <a:ext cx="7772400" cy="3886200"/>
          </a:xfrm>
        </p:spPr>
        <p:txBody>
          <a:bodyPr/>
          <a:p>
            <a:r>
              <a:rPr lang="en-US" sz="2000"/>
              <a:t>Cross-border logistics costs companies $2.1T annually in delays and errors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p>
            <a:r>
              <a:rPr lang="en-US" sz="3600" b="1"/>
              <a:t>Our Solution</a:t>
            </a:r>
          </a:p>
        </p:txBody>
      </p:sp>
      <p:sp>
        <p:nvSpPr>
          <p:cNvPr id="3" name="Body"/>
          <p:cNvSpPr/>
          <p:nvPr>
            <p:ph idx="1"/>
          </p:nvPr>
        </p:nvSpPr>
        <p:spPr>
          <a:xfrm>
            <a:off x="685800" y="2057400"/>
            <a:ext cx="7772400" cy="3886200"/>
          </a:xfrm>
        </p:spPr>
        <p:txBody>
          <a:bodyPr/>
          <a:p>
            <a:r>
              <a:rPr lang="en-US" sz="2000"/>
              <a:t>One platform to track, translate, and clear shipments in 190 countries</a:t>
            </a:r>
          </a:p>
        </p:txBody>
      </p:sp>
    </p:spTree>
  </p:cSld>
</p:sld>
</file>