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</p:presentation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z="2800" b="1"/>
              <a:t>Presentation Title</a:t>
            </a:r>
          </a:p>
        </p:txBody>
      </p:sp>
      <p:sp>
        <p:nvSpPr>
          <p:cNvPr id="3" name="Content 2"/>
          <p:cNvSpPr/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p>
            <a:r>
              <a:t>First slide body text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z="2800"/>
              <a:t>Second Slide Title</a:t>
            </a:r>
          </a:p>
        </p:txBody>
      </p:sp>
    </p:spTree>
  </p:cSld>
</p:sld>
</file>